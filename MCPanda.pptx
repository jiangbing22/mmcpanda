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45:27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4905 24575,'0'-583'0,"-3"560"0,-2-1 0,-14-25 0,8 23 0,-5-38 0,-9-28 0,13 64 0,-3-38 0,10 36 0,-22-46 0,6 20 0,1 0 0,6 23 0,-6-64 0,18 78 0,-2 1 0,-16-28 0,11 26 0,1 1 0,-1-21 0,5-591 0,9 308 0,-5-188 0,-3 493 0,-1 0 0,-16-29 0,11 28 0,1-1 0,-1-20 0,7-7 0,3 20 0,-3 0 0,-3 0 0,-19-41 0,10 32 0,4-1 0,4 0 0,3 0 0,10-47 0,-2-1 0,-5 63 0,-3 0 0,-2 0 0,-19-37 0,13 27 0,2 1 0,4 0 0,7-63 0,1 35 0,-1 44 0,1 0 0,2 0 0,10-15 0,11-35 0,1-10 0,-17 55 0,-1-1 0,1-24 0,-8 12 0,-2 6 0,2-1 0,4 1 0,14-31 0,-15 44 0,-1-1 0,-3 0 0,0 0 0,-2 0 0,-1 0 0,-2 1 0,-10-19 0,-9-53 0,23 83 0,0-24 0,-2 0 0,-3 0 0,-19-39 0,13 44-68,9 14-117,-1 1 0,-1 0-1,-1-1 1,0 1 0,-1 0-1,-13-10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45:27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3 322 24575,'-1'-24'0,"0"4"0,2 0 0,1 1 0,11-24 0,-9 36 0,1-1 0,0 1 0,1 0 0,1 1 0,1-1 0,0 0 0,1 1 0,0 0 0,1 0 0,1 0 0,23-10 0,7-1 0,2 1 0,61-18 0,-86 28 0,1 1 0,1 1 0,0-1 0,0 1 0,1 1 0,0-1 0,0 2 0,39-4 0,-52 6 0,1 1 0,-1-1 0,0 1 0,0 0 0,0 0 0,0 0 0,0 1 0,-1-1 0,1 1 0,-1-1 0,0 1 0,0 0 0,0 1 0,-1-1 0,0 0 0,0 1 0,0-1 0,-1 1 0,1 0 0,-2 0 0,1 0 0,-1 0 0,6 6 0,9 6 0,-2 1 0,-1 0 0,17 26 0,-6-5 0,-3 1 0,-4 1 0,-4 0 0,-3 0 0,0 44 0,-14-63-103,0-6-212,1 1-1,1-1 1,7 16-1,3-10-6510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49:2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24575,'21'56'0,"12"100"0,-22-95 0,-5-34 0,-1 0 0,1 43 0,-5-44 0,2-1 0,1 0 0,14 48 0,-11-48 0,-1 0 0,-1 1 0,3 41 0,-6-40 0,1-1 0,2 0 0,1 0 0,0 0 0,2 0 0,22 47 0,-15-36 0,-2 0 0,-1 1 0,-3 1 0,0-1 0,2 48 0,-6-23 0,-5-45 0,0 0 0,2-1 0,0 1 0,1-1 0,1 0 0,1 0 0,11 27 0,-8-27 0,0 2 0,-1-1 0,0 1 0,5 29 0,-11-40 0,0 0 0,0 0 0,-1 1 0,0-1 0,-1 0 0,0 1 0,0-1 0,-1 0 0,0 0 0,-1 0 0,1 0 0,-1 0 0,-7 11 0,-6 4 0,14-20 0,0 0 0,0 0 0,0-1 0,0 1 0,1 0 0,-1 1 0,1-1 0,-2 5 0,3-6 0,0-1 0,0 1 0,0 0 0,1-1 0,-1 1 0,0 0 0,1-1 0,-1 1 0,1-1 0,-1 1 0,1-1 0,0 1 0,0-1 0,0 0 0,0 1 0,0-1 0,0 0 0,0 0 0,0 1 0,0-1 0,0 0 0,3 1 0,14 10 0,0-2 0,0 0 0,1-1 0,1-1 0,-1-1 0,1-1 0,0-1 0,24 4 0,-4 0 0,12 3 0,0-2 0,99 5 0,385-14 0,-252-3 0,-254 1 0,60-12 0,-59 8 0,56-4 0,-4 8 0,151 4 0,-100 23 0,-19 1 0,8 0 0,-73-19 0,0 0 0,87 2 0,-61-9 0,85-4 0,-144 0 0,0-1 0,-1-1 0,0 0 0,0-1 0,0-1 0,-1-1 0,0 0 0,0-1 0,15-12 0,-6 5 0,49-24 0,133-49 0,-175 75 0,0 2 0,0 2 0,1 1 0,0 1 0,0 1 0,1 2 0,37 0 0,-50 3 0,1 1 0,34-9 0,-33 5 0,45-3 0,11 7 0,-28 1 0,50-6 0,-83 4 0,0-1 0,0-1 0,-1-1 0,1 0 0,-1-1 0,27-14 0,-6 2 0,-27 13 0,0 0 0,-1 0 0,1 0 0,-1-1 0,9-8 0,-15 11 0,0-1 0,0 1 0,0-1 0,-1 0 0,1 1 0,-1-1 0,0 0 0,0-1 0,-1 1 0,1 0 0,-1 0 0,0-1 0,0 1 0,0-1 0,0 1 0,-1-5 0,1-281 0,-5 127 0,2 25 0,5-146 0,23 151 0,-16 77 0,-4 29 0,-1 1 0,2-50 0,-7 72 0,0-4 0,0 0 0,0 0 0,-1 0 0,0 0 0,-4-16 0,4 22 0,0-1 0,0 0 0,-1 1 0,1 0 0,-1-1 0,0 1 0,0 0 0,0 0 0,0 0 0,0 0 0,0 0 0,0 0 0,-1 1 0,1-1 0,-1 1 0,1-1 0,-1 1 0,1 0 0,-1 0 0,-4-1 0,-365-92 0,186 68 0,118 12 0,38 7 0,-1 1 0,-51-4 0,58 8 0,-45-9 0,46 7 0,-46-4 0,31 5 0,-54-12 0,36 6 0,-77-18 0,71 17 0,25 3 0,-75-3 0,78 8 0,-51-9 0,51 6 0,-51-3 0,37 6 0,-46-9 0,48 4 0,-57 0 0,61 7 0,6 2 0,0-3 0,1-1 0,-65-12 0,61 8 0,-1 1 0,0 2 0,0 1 0,0 3 0,-41 5 0,54-2 0,-1 2 0,1 1 0,0 2 0,-27 11 0,-25 9 0,53-21 0,10-3 0,0 0 0,0-1 0,0 0 0,-22 1 0,-50 7 0,63-7 0,-47 4 0,42-6 0,1 1 0,0 2 0,0 0 0,1 2 0,-41 17 0,41-13 0,-2-2 0,1-1 0,-1-1 0,0-2 0,-32 3 0,-57 4 0,76-7 0,-60 1 0,-215-8-1365,296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49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0 494 24575,'1'-7'0,"-1"0"0,1 0 0,0 0 0,1 0 0,-1 0 0,1 0 0,1 1 0,-1-1 0,1 1 0,0-1 0,1 1 0,4-7 0,6-4 0,0 0 0,26-24 0,-23 25 0,-1 0 0,19-26 0,-21 22 0,0 1 0,2 1 0,0 0 0,1 1 0,0 1 0,2 0 0,-1 2 0,2 0 0,0 1 0,41-19 0,-30 16 0,-19 9 0,-1 1 0,2 0 0,-1 1 0,0 1 0,16-4 0,-26 7 0,0 1 0,0 0 0,1-1 0,-1 1 0,0 0 0,0 0 0,0 1 0,0-1 0,1 0 0,-1 1 0,0-1 0,0 1 0,0 0 0,0-1 0,0 1 0,0 0 0,0 0 0,-1 0 0,1 1 0,0-1 0,0 0 0,-1 1 0,1-1 0,-1 1 0,1 0 0,-1-1 0,0 1 0,0 0 0,1 0 0,-1 0 0,-1 0 0,1 0 0,0 0 0,0 0 0,-1 0 0,1 0 0,0 3 0,17 71 0,38 96 0,-45-143 0,-5-13 0,0-1 0,1 1 0,0-1 0,2-1 0,-1 1 0,19 21 0,-5-4 16,-20-28-122,0 1 0,0-1-1,1 0 1,0-1 0,-1 1 0,1 0-1,1-1 1,-1 1 0,0-1 0,1 0-1,0 0 1,6 3 0,-1-4-6720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1:1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24575,'35'0'0,"0"0"0,0 3 0,56 10 0,-25 1 0,-39-10 0,0 2 0,45 16 0,-53-16 0,1 0 0,0-2 0,34 4 0,12 3 0,65 15-1365,-112-21-5461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24575,'6'0'0,"29"-1"0,0 1 0,0 2 0,0 2 0,0 1 0,53 14 0,-53-7 0,91 33 0,-86-26 0,-1 2 0,0 2 0,-2 1 0,-1 2 0,-2 2 0,54 53 0,-85-78 0,0-1 0,-1 1 0,1 0 0,0 0 0,-1 0 0,0 0 0,1 0 0,-1 1 0,0-1 0,-1 0 0,2 5 0,-3-6 0,0-1 0,0 1 0,-1 0 0,1 0 0,-1 0 0,0 0 0,1-1 0,-1 1 0,0 0 0,0-1 0,0 1 0,0-1 0,0 1 0,0-1 0,-1 1 0,1-1 0,0 0 0,-1 1 0,1-1 0,-1 0 0,1 0 0,-1 0 0,0 0 0,-2 1 0,-20 11 0,-1 0 0,-27 9 0,2 0 0,30-13 14,-1-2 0,0 0 0,0-1 0,-1-1 0,-39 4 0,-110-5-691,126-5-95,22 1-6054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3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24575,'12'1'0,"0"0"0,0 0 0,-1 1 0,1 1 0,-1 0 0,1 0 0,-1 2 0,0-1 0,15 9 0,8 8 0,47 37 0,4 3 0,-61-44 0,-2 1 0,0 2 0,-1 0 0,-1 1 0,18 25 0,26 26 0,-36-42 0,2-2 0,50 39 0,-47-42 0,-2 1 0,0 2 0,38 45 0,72 104 0,-134-167 0,227 290 0,-128-164 0,-93-123-1365,-1-2-5461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24575,'62'-1'0,"-20"0"0,1 1 0,-1 2 0,72 14 0,-68-9 0,0-2 0,0-1 0,0-3 0,50-5 0,11 1 0,-69 1 0,0-2 0,0-2 0,0-1 0,47-16 0,21-5 0,-61 19-120,-12 3-87,0-1-1,0-1 1,-1-2-1,0-2 1,50-24-1,-68 26-6618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2033 24575,'2'-4'0,"0"1"0,-1-1 0,1 1 0,1-1 0,-1 1 0,0 0 0,1-1 0,0 1 0,0 1 0,-1-1 0,5-2 0,3-5 0,56-65 0,118-120 0,215-178 0,-93 126 0,-175 148 0,-69 55 0,2 4 0,1 2 0,105-44 0,-136 68 0,-18 8 0,-1 0 0,0-1 0,-1 0 0,1-1 0,15-13 0,-27 19 0,0-1 0,0 1 0,0-1 0,-1 0 0,1 0 0,-1 0 0,0 0 0,0-1 0,0 1 0,0 0 0,0-1 0,-1 0 0,0 1 0,0-1 0,0 0 0,0 0 0,0 1 0,-1-1 0,1 0 0,-1 0 0,0 0 0,-1 0 0,1 0 0,-1 1 0,1-1 0,-1 0 0,-3-6 0,1 2 0,-1 0 0,-1 0 0,1 1 0,-1-1 0,-1 1 0,1 0 0,-1 1 0,-12-11 0,-22-27 0,-191-270 0,223 303 0,2 4 0,0 0 0,1 0 0,0-1 0,0 0 0,1 0 0,0 0 0,0 0 0,1-1 0,0 1 0,1-1 0,0 0 0,0 0 0,-1-10 0,3-6-1365,0 3-5461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24575,'0'0'0,"1"-1"0,-1 0 0,0 1 0,0-1 0,0 1 0,0-1 0,1 0 0,-1 1 0,0-1 0,0 1 0,1-1 0,-1 1 0,1-1 0,-1 1 0,0 0 0,1-1 0,-1 1 0,1-1 0,-1 1 0,1 0 0,-1-1 0,1 1 0,-1 0 0,1 0 0,-1-1 0,1 1 0,-1 0 0,1 0 0,0 0 0,-1 0 0,1-1 0,-1 1 0,1 0 0,0 0 0,-1 0 0,1 1 0,-1-1 0,1 0 0,0 0 0,-1 0 0,1 0 0,-1 0 0,1 1 0,-1-1 0,1 0 0,-1 1 0,1-1 0,-1 0 0,1 1 0,-1-1 0,1 0 0,0 1 0,29 18 0,-13-2 0,-1 0 0,-1 1 0,-1 0 0,0 2 0,-2-1 0,0 2 0,-1 0 0,13 36 0,25 44 0,-19-35 0,-25-52 0,1 0 0,0 0 0,1 0 0,1-1 0,0 0 0,0 0 0,15 15 0,-15-22 0,0-1 0,0 0 0,0 0 0,0-1 0,1 0 0,-1 0 0,1-1 0,0 0 0,1-1 0,-1 0 0,13 1 0,1 0 0,0-2 0,1 0 0,32-4 0,-48 2 0,1-1 0,-1 1 0,0-1 0,1-1 0,-1 0 0,0 0 0,-1 0 0,1-1 0,-1 0 0,1-1 0,-1 0 0,0 0 0,10-9 0,0-5 0,-1 0 0,-1 0 0,17-29 0,-25 36 0,49-89 0,-44 75 0,1 1 0,1 1 0,1 1 0,19-25 0,-33 48 0,-1 0 0,0-1 0,0 1 0,1 0 0,-1-1 0,0 1 0,1 0 0,-1-1 0,0 1 0,1 0 0,-1 0 0,0 0 0,1-1 0,-1 1 0,1 0 0,-1 0 0,0 0 0,1 0 0,-1 0 0,1 0 0,-1 0 0,0-1 0,1 1 0,-1 1 0,1-1 0,-1 0 0,1 0 0,-1 0 0,0 0 0,1 0 0,-1 0 0,1 0 0,-1 0 0,0 1 0,1-1 0,0 0 0,11 19 0,7 40 0,-14-39 0,80 227 0,-69-201 0,-2 2 0,-2 0 0,-2 0 0,-2 1 0,-3 0 0,0 58 0,-3 6 0,-5 91 0,-2-172 0,-1 0 0,-13 39 0,-2 7 0,18-64 0,-1-1 0,0-1 0,-1 1 0,-1-1 0,0 0 0,-1 0 0,0 0 0,0-1 0,-1 0 0,-1-1 0,0 1 0,0-2 0,-15 12 0,9-9 0,0-1 0,-1-1 0,-1 0 0,1-1 0,-1-1 0,-1 0 0,0-2 0,-35 9 0,28-9 0,-103 16 0,114-21 0,-1 0 0,0-1 0,0-1 0,1 0 0,-1-1 0,-25-7 0,-37-13 0,-110-37 0,126 46 0,52 13 0,0-2 0,-1 0 0,1 0 0,0 0 0,-16-8 0,22 8 0,0 0 0,0 1 0,1-1 0,-1-1 0,1 1 0,0 0 0,-1-1 0,1 1 0,0-1 0,1 0 0,-1 1 0,0-1 0,1 0 0,-1 0 0,1 0 0,0 0 0,0 0 0,0-1 0,1 1 0,-1 0 0,0-5 0,0-16-1365,0 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3:2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2 612 24575,'0'0'0,"0"0"0,0 0 0,0 0 0,0 0 0,0-1 0,-1 1 0,1 0 0,0 0 0,0 0 0,0 0 0,0 0 0,0-1 0,0 1 0,0 0 0,-1 0 0,1 0 0,0 0 0,0-1 0,0 1 0,0 0 0,0 0 0,0 0 0,0-1 0,0 1 0,0 0 0,0 0 0,0 0 0,0-1 0,0 1 0,0 0 0,0 0 0,1 0 0,-1 0 0,0-1 0,0 1 0,0 0 0,0 0 0,0 0 0,0 0 0,0-1 0,0 1 0,1 0 0,-1 0 0,0 0 0,0 0 0,0 0 0,0 0 0,1 0 0,-1-1 0,13-17 0,17-14 0,-15 14 0,-1-1 0,0 0 0,-2-1 0,13-26 0,-1 2 0,-8 21 0,0 1 0,2 1 0,0 0 0,30-25 0,-26 26 0,-1-2 0,-1 0 0,24-34 0,-26 31 0,1 1 0,2 1 0,24-22 0,-37 37 0,-7 7 0,0 0 0,0 0 0,-1 1 0,1-1 0,0 0 0,0 1 0,0-1 0,0 1 0,0-1 0,0 1 0,0-1 0,0 1 0,0 0 0,0-1 0,0 1 0,0 0 0,0 0 0,0 0 0,0 0 0,0 0 0,0 0 0,0 0 0,0 0 0,1 1 0,0-1 0,0 1 0,0 0 0,1 1 0,-1-1 0,0 1 0,0-1 0,0 1 0,0 0 0,0-1 0,0 1 0,2 3 0,5 9 0,0-1 0,13 28 0,-13-24 0,60 123 0,-45-87 0,61 98 0,-23-49-20,-49-77-173,1 0 1,1-1 0,1-1 0,2-1 0,0 0 0,38 35 0,-44-47-6634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6:5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7:4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1537 3902 24575,'-11'-1'0,"0"0"0,0-1 0,0-1 0,-14-4 0,-10-3 0,4 1 0,1-2 0,0-1 0,1-1 0,0-1 0,-45-32 0,40 24 0,-1 2 0,-73-30 0,-147-55 0,165 73 0,73 27 0,0 1 0,1-2 0,0-1 0,0 0 0,1 0 0,-24-17 0,2-2 0,26 19 0,1 0 0,0-1 0,0 0 0,1-1 0,0 0 0,0 0 0,-13-19 0,-20-43 0,4-3 0,-31-81 0,25 56 0,20 47 0,2 0 0,-29-107 0,30 68 0,-11-57 0,6-9 0,-1 23 0,19 82 0,0 4 0,-3-90 0,9-14 0,6-146 0,22 140 0,-15 98 0,-5 34 0,-2-1 0,3-45 0,-8 41 0,2 0 0,2 0 0,8-46 0,-6 49 0,-2 0 0,0 0 0,-3-44 0,-1 44 0,2-1 0,0 0 0,8-36 0,1-1 0,-3 0 0,-2 0 0,-8-109 0,0 45 0,5 89-65,-1 25-195,-1 0 0,0-1 0,-1 1 0,-5-31 0,0 30-6566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7:4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24575,'48'0'0,"-15"-2"0,-1 2 0,1 1 0,-1 2 0,1 1 0,-1 1 0,45 15 0,-27-2 0,92 48 0,-125-56 0,0 0 0,-1 1 0,0 1 0,-1 1 0,0 0 0,-1 1 0,-1 0 0,19 27 0,-27-33 0,-1 1 0,0 0 0,0 0 0,-1 0 0,0 1 0,-1-1 0,0 1 0,-1-1 0,0 1 0,0 0 0,-1 0 0,0-1 0,-1 1 0,-2 16 0,-2 0 0,-2 0 0,0 0 0,-1 0 0,-13 26 0,-5 12 0,-27 110 0,48-151-173,2-1 0,1 1 0,1-1-1,1 26 1,0-38-326,0 13-6327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7:48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24575,'1'-1'0,"-1"0"0,1 0 0,-1-1 0,1 1 0,0 0 0,-1 0 0,1 0 0,0 0 0,0 0 0,-1 0 0,1 0 0,0 1 0,0-1 0,0 0 0,0 0 0,0 1 0,1-1 0,-1 1 0,0-1 0,0 1 0,0-1 0,0 1 0,1-1 0,-1 1 0,0 0 0,0 0 0,2 0 0,41-5 0,-39 5 0,425-4 0,-221 7 0,-177-1 0,56 10 0,-56-7 0,55 3 0,46-10 0,103 4 0,-164 11 0,-53-9 0,0 0 0,30 2 0,651-4 0,-341-5 0,-335 3 0,1-1 0,-1-2 0,46-9 0,-42 7 0,0 1 0,0 1 0,35 1 0,-34 2 0,1-1 0,55-11 0,-64 9 26,1 0-1,0 1 1,27 2-1,-30 0-318,-1 0-1,1-1 1,-1-1-1,37-8 1,-38 4-6533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5:57:4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24575,'29'2'0,"0"1"0,39 9 0,-10-2 0,-30-3 0,0 0 0,-1 2 0,51 24 0,-43-18 0,-29-12 0,28 10 0,-1 2 0,0 1 0,-2 1 0,55 40 0,-84-55 0,-1-1 0,0 0 0,1 0 0,-1 0 0,0 1 0,0-1 0,0 1 0,0-1 0,0 1 0,0-1 0,0 1 0,0 0 0,-1-1 0,1 1 0,-1 0 0,1-1 0,-1 1 0,0 0 0,0 0 0,1 0 0,-1-1 0,0 1 0,-1 0 0,1 0 0,-1 2 0,0 0 0,-1 0 0,0-1 0,0 1 0,0 0 0,0-1 0,0 0 0,-1 0 0,0 1 0,1-2 0,-7 6 0,-7 4 0,1-1 0,-2-1 0,-30 15 0,-9 2 0,-96 30 0,124-49 0,-1 2 0,1 1 0,1 2 0,0 0 0,1 2 0,-49 34 0,-108 119 0,180-166 0,-100 85 0,81-64-1365,1-1-5461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1866 3 24575,'-62'-1'0,"20"0"0,0 1 0,0 2 0,-73 14 0,-85 23 0,135-28 0,42-6 0,1-1 0,-27 1 0,18-3 0,-44 9 0,44-5 0,-45 2 0,52-6 0,0 2 0,1 0 0,-1 2 0,-44 16 0,38-11 0,0-2 0,-37 7 0,-55 10 0,88-17 0,0-1 0,0-2 0,-59 3 0,71-7 0,0 0 0,-29 7 0,-40 4 0,67-13-119,8 0-36,-1 0-1,1 1 0,-1 0 0,1 2 0,0 0 1,0 1-1,-26 9 0,25-4-6670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0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 24575,'104'-2'0,"111"5"0,-198-1 0,-1 1 0,0 1 0,0 0 0,0 1 0,0 1 0,28 14 0,82 60 0,-74-45 0,50 18 0,-101-52 0,0 0 0,0 0 0,0 0 0,0 0 0,-1 0 0,1 0 0,0 0 0,-1 0 0,1 0 0,-1 0 0,1 0 0,-1 1 0,1-1 0,-1 0 0,0 0 0,0 1 0,0-1 0,1 0 0,-1 1 0,-1-1 0,1 0 0,0 0 0,0 1 0,0-1 0,-1 0 0,1 0 0,0 1 0,-1-1 0,1 0 0,-1 0 0,0 0 0,1 0 0,-1 0 0,0 0 0,0 0 0,1 0 0,-1 0 0,-1 1 0,-43 42 0,35-35 0,-81 89 0,67-70 0,-1-1 0,-1-2 0,-34 27 0,-19 16 0,59-49 0,-1-1 0,0-1 0,-40 25 0,25-21 0,25-14 0,-1-1 0,1 1 0,-1-2 0,0 1 0,-20 4 0,6-3-227,1 1-1,0 1 1,0 1-1,1 1 1,-30 19-1,38-19-6598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0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24575,'3'1'0,"0"0"0,0 0 0,0 0 0,0 0 0,0 0 0,-1 1 0,1-1 0,0 1 0,-1 0 0,1 0 0,-1-1 0,0 2 0,4 3 0,25 31 0,16 33 0,38 80 0,46 66 0,43 43 0,-129-193 0,-20-27 0,52 59 0,-49-64 0,-1 1 0,-3 1 0,21 40 0,15 22 0,55 101 0,-63-101 0,-42-83 0,0-1 0,2 0 0,0 0 0,0-1 0,1-1 0,0 0 0,1 0 0,17 9 0,47 43 0,-67-53 0,-1 1 0,17 27 0,17 19 0,-32-45 0,0-1 0,0-1 0,19 13 0,-25-20 0,0-1 0,0 0 0,1 0 0,-1 0 0,1-1 0,0 0 0,0 0 0,0-1 0,0 1 0,11-1 0,-11-1 0,-1 0 0,1 0 0,-1 1 0,1 0 0,-1 0 0,0 0 0,0 1 0,1 0 0,-1 0 0,0 1 0,0-1 0,-1 1 0,1 1 0,-1-1 0,1 1 0,-1 0 0,7 6 0,-12-9-44,1 0 0,-1-1 0,0 1 0,1-1 0,-1 1 0,1 0 0,-1-1 0,0 1 0,0 0 0,1 0 0,-1-1 0,0 1 0,0 0 0,0-1 0,0 1 0,0 0 0,0 0 0,0-1-1,0 1 1,0 0 0,0 0 0,0-1 0,0 1 0,0 0 0,-1-1 0,1 1 0,0 0 0,-1 0 0,1-1 0,-1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0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24575,'2'4'0,"-1"0"0,1 0 0,-1-1 0,1 1 0,0-1 0,0 1 0,1-1 0,-1 0 0,1 1 0,0-1 0,0-1 0,0 1 0,5 4 0,13 14 0,171 269 0,-140-225 0,-35-46 0,-2-1 0,18 30 0,84 123 0,-116-170 0,0 1 0,0-1 0,0 1 0,0-1 0,-1 1 0,1 0 0,0-1 0,-1 1 0,1 0 0,-1-1 0,0 1 0,0 0 0,1 0 0,-1-1 0,0 1 0,-1 0 0,1 0 0,0-1 0,0 1 0,-1 0 0,1-1 0,-1 1 0,1 0 0,-1-1 0,0 1 0,0-1 0,0 1 0,0-1 0,0 1 0,0-1 0,0 0 0,0 1 0,0-1 0,-1 0 0,1 0 0,0 0 0,-1 0 0,1 0 0,-1 0 0,-2 1 0,-9 4 0,0-1 0,0 0 0,-1 0 0,-17 2 0,6 0 0,-2-1 19,0-2 0,0 0 0,0-2 0,0-1-1,0-1 1,-32-4 0,28 1-318,0 2-1,0 1 1,0 2-1,-35 6 1,43-3-6527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0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24575,'32'1'0,"0"2"0,36 8 0,-35-6 0,105 18 0,-110-17 0,51 2 0,-49-6 0,45 8 0,29 3 0,-74-11 0,48 10 0,-47-7 0,0-1 0,0-2 0,59-2 0,-57-2 0,-1 2 0,1 2 0,46 7 0,-46-2 0,1-3 0,0 0 0,-1-3 0,1 0 0,0-2 0,0-2 0,48-9 0,-54 7-682,49-2-1,-55 7-6143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1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24575,'10'1'0,"-1"0"0,0 0 0,1 1 0,-1 1 0,0-1 0,-1 2 0,1-1 0,0 1 0,14 9 0,8 7 0,32 26 0,-43-30 0,160 134 0,-175-146 0,0 1 0,-1-1 0,1 1 0,-1 0 0,0 0 0,0 1 0,-1-1 0,0 1 0,0 0 0,0-1 0,-1 1 0,1 1 0,-1-1 0,-1 0 0,1 0 0,-1 1 0,0-1 0,-1 1 0,0-1 0,0 11 0,-1-8 0,0-1 0,-1 1 0,0-1 0,0 0 0,0 1 0,-1-1 0,-1 0 0,1 0 0,-1-1 0,-1 1 0,1-1 0,-1 0 0,-1 0 0,-11 12 0,14-17 0,-18 19 0,-1-1 0,-1-1 0,-1-1 0,-38 22 0,-28 13 0,56-32 0,-59 28 0,15-10 0,53-25 0,-51 20 0,3-6 0,2 2 0,-103 61 0,120-50 9,34-23-1383,7-8-5452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1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24575,'1'17'0,"0"1"0,2-1 0,-1 0 0,2-1 0,0 1 0,11 24 0,48 91 0,-39-87 0,3 1 0,2-2 0,46 55 0,-41-57 0,32 45 0,97 116 0,-30-70 0,-127-128 0,1 1 0,0-1 0,1 0 0,-1-1 0,1 0 0,9 3 0,29 18 0,24 33 0,-52-41 0,1-1 0,27 18 0,-38-30 0,0 1 0,0-1 0,1-1 0,-1 1 0,1-1 0,0-1 0,0 0 0,0 0 0,17 1 0,364-2 0,-181-4 0,-203 3-1365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0:1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24575,'11'1'0,"0"0"0,-1 0 0,1 1 0,-1 1 0,1 0 0,-1 0 0,0 1 0,18 10 0,8 6 0,33 27 0,-2-3 0,170 119 0,-229-157 0,-1 0 0,-1 0 0,1 1 0,-1 0 0,0 0 0,-1 1 0,1-1 0,-1 1 0,-1 0 0,0 1 0,0-1 0,0 1 0,-1 0 0,-1 0 0,1 0 0,-2 0 0,1 0 0,0 11 0,-2-1 0,0-1 0,-1 1 0,-1-1 0,-1 1 0,-1-1 0,0 0 0,-1 0 0,-10 21 0,-14 42 0,21-55 0,-1-1 0,-1 0 0,-1 0 0,-1-1 0,-1 0 0,-27 37 0,6-22 0,-42 39 0,60-64 0,0-1 0,-1-1 0,-1 0 0,0-1 0,-30 14 0,40-22 0,-16 8 0,0-2 0,-40 10 0,-42 7-1365,85-25-5461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6:04:1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0FFD9-5CD9-C9B4-9F03-2AB413173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9F6CA9-4664-5D35-4414-330B21290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D4132-91A2-73AF-606E-E291691E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15BAC-56F9-5810-1649-35296DAD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B9FB1-B586-BB7B-4F73-68EC161F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16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0BDE4-50A0-CBAF-340C-E1D2F357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16586-6E8D-6FFD-382D-1D74F24A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B46FD9-AC60-A9B1-CDA7-6E498FBA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11E61-3305-20F0-8B7A-97BD747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A7E74-52EB-9D0A-CE7D-0AF3193F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96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64130-5CB6-EF42-9918-0C36AF7E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987369-2EFD-8119-8B50-6F5380082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511B5-9274-1EB4-97CE-A34E9704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D8E80-D622-5F3F-DD26-88AAA686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B5420-7CD8-9C4A-B946-30F7CB3F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35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F0C78-7B6E-C11F-9432-8480DF84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D29B21-E2A0-DA50-1AA3-69D94BB48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AF01BE-E17A-88EB-31E9-A709B8B88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D0230C-063A-9931-F38E-8C7CC5BB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EFA9D1-D2A6-1867-52EB-B3657362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53C1ED-E0A8-1C86-D896-F50607F4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69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8F951-8627-ED48-51A6-4EB5C849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DB102E-84C8-0B3E-0CC0-10D5B6D90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122B07-CAF5-F841-5EBB-56D2E0601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1D28AD-1824-1033-2BB8-A6651A494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34A1A2-EAC2-EB02-B428-6F41FD440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AD2169-1483-9D24-A13D-7729F9F2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C5C4D8-00C9-5FBF-D3DC-2E138C6A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2011F2-B3A8-1F03-D9DF-47C45DB2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0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75D9B-255C-EBFF-6E37-35B68553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936FF9-70F2-249F-2A92-AE375012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433384-B9AD-5D56-5D25-A581049C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5ADEE0-AB31-F318-9E38-1A043D20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415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F541-AA62-69DC-0B88-6C8F4BF9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FB29EE-2813-3895-56F6-C852763B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4B3624-E820-65CE-B897-E8C10331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8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14918-9164-B62A-4B9D-A744D71F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04763-02E6-AA89-6933-A4D5BCA88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674DE3-30D6-BDCA-AF0A-151F35BB1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B5BDB-0BC0-466F-54CB-163DD12F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C252D-7435-5F48-5238-B6E83000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41A52C-F57E-D5DD-0E88-93053B77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905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1585-79C4-B177-AB90-3264CBB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AC8896-FABD-7AC1-4F90-F57627922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02E43C-F0BA-F85A-3385-F18923349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DAFCCA-8168-62FE-51D5-01394EEA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D80581-0022-4C20-6982-5CB3FF1B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E24723-3AC4-D639-D3F6-4CD86555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84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C6F62-9A82-9DA9-3FF7-F970AC34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381A81-251B-C614-9F9E-845327375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7C1A4-9833-CD36-552B-12EC57DA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FE087-4DE3-5B5F-A4DE-08D691B0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97DAA-3A13-A051-94C1-7C5D6FAF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5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C8EF0E-DEAB-4383-01F9-982FA52FA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8035DE-5B14-9497-CD63-B73174E37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49EFE-27FE-8521-25D5-1B8D44AC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B8D7B-E57D-ED34-A6C9-3ED399CE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1F846-3BB0-224E-89D2-9D28F56D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45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647461-9E0A-015F-8A90-F6EE72B0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9C21CF-4AA5-1710-B144-2A9DD9951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1A4E9-9FA5-C2AA-19DE-66AA5862B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4DF02-E3FB-4467-8279-A849418265C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F8DFB3-1509-F421-1D6E-30087AFE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E7D95-06DE-FC7C-56B4-CED3276DF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A0709-F02F-4CBB-B408-0B9713BEBE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3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image" Target="../media/image23.png"/><Relationship Id="rId21" Type="http://schemas.openxmlformats.org/officeDocument/2006/relationships/customXml" Target="../ink/ink7.xml"/><Relationship Id="rId34" Type="http://schemas.openxmlformats.org/officeDocument/2006/relationships/image" Target="../media/image20.png"/><Relationship Id="rId42" Type="http://schemas.openxmlformats.org/officeDocument/2006/relationships/customXml" Target="../ink/ink17.xml"/><Relationship Id="rId47" Type="http://schemas.openxmlformats.org/officeDocument/2006/relationships/image" Target="../media/image27.png"/><Relationship Id="rId50" Type="http://schemas.openxmlformats.org/officeDocument/2006/relationships/customXml" Target="../ink/ink21.xml"/><Relationship Id="rId55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29" Type="http://schemas.openxmlformats.org/officeDocument/2006/relationships/customXml" Target="../ink/ink11.xml"/><Relationship Id="rId11" Type="http://schemas.openxmlformats.org/officeDocument/2006/relationships/image" Target="../media/image8.png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image" Target="../media/image22.png"/><Relationship Id="rId40" Type="http://schemas.openxmlformats.org/officeDocument/2006/relationships/customXml" Target="../ink/ink16.xml"/><Relationship Id="rId45" Type="http://schemas.openxmlformats.org/officeDocument/2006/relationships/image" Target="../media/image26.png"/><Relationship Id="rId53" Type="http://schemas.openxmlformats.org/officeDocument/2006/relationships/image" Target="../media/image30.png"/><Relationship Id="rId58" Type="http://schemas.openxmlformats.org/officeDocument/2006/relationships/customXml" Target="../ink/ink25.xml"/><Relationship Id="rId5" Type="http://schemas.openxmlformats.org/officeDocument/2006/relationships/image" Target="../media/image4.png"/><Relationship Id="rId19" Type="http://schemas.openxmlformats.org/officeDocument/2006/relationships/customXml" Target="../ink/ink6.xml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0.xml"/><Relationship Id="rId30" Type="http://schemas.openxmlformats.org/officeDocument/2006/relationships/image" Target="../media/image18.png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20.xml"/><Relationship Id="rId56" Type="http://schemas.openxmlformats.org/officeDocument/2006/relationships/customXml" Target="../ink/ink24.xml"/><Relationship Id="rId8" Type="http://schemas.openxmlformats.org/officeDocument/2006/relationships/customXml" Target="../ink/ink1.xml"/><Relationship Id="rId51" Type="http://schemas.openxmlformats.org/officeDocument/2006/relationships/image" Target="../media/image29.png"/><Relationship Id="rId3" Type="http://schemas.openxmlformats.org/officeDocument/2006/relationships/image" Target="../media/image2.png"/><Relationship Id="rId12" Type="http://schemas.openxmlformats.org/officeDocument/2006/relationships/image" Target="../media/image9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33" Type="http://schemas.openxmlformats.org/officeDocument/2006/relationships/customXml" Target="../ink/ink13.xml"/><Relationship Id="rId38" Type="http://schemas.openxmlformats.org/officeDocument/2006/relationships/customXml" Target="../ink/ink15.xml"/><Relationship Id="rId46" Type="http://schemas.openxmlformats.org/officeDocument/2006/relationships/customXml" Target="../ink/ink19.xml"/><Relationship Id="rId59" Type="http://schemas.openxmlformats.org/officeDocument/2006/relationships/image" Target="../media/image33.png"/><Relationship Id="rId20" Type="http://schemas.openxmlformats.org/officeDocument/2006/relationships/image" Target="../media/image13.png"/><Relationship Id="rId41" Type="http://schemas.openxmlformats.org/officeDocument/2006/relationships/image" Target="../media/image24.png"/><Relationship Id="rId54" Type="http://schemas.openxmlformats.org/officeDocument/2006/relationships/customXml" Target="../ink/ink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17.png"/><Relationship Id="rId36" Type="http://schemas.openxmlformats.org/officeDocument/2006/relationships/customXml" Target="../ink/ink14.xml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" Type="http://schemas.openxmlformats.org/officeDocument/2006/relationships/customXml" Target="../ink/ink2.xml"/><Relationship Id="rId31" Type="http://schemas.openxmlformats.org/officeDocument/2006/relationships/customXml" Target="../ink/ink12.xml"/><Relationship Id="rId44" Type="http://schemas.openxmlformats.org/officeDocument/2006/relationships/customXml" Target="../ink/ink18.xml"/><Relationship Id="rId52" Type="http://schemas.openxmlformats.org/officeDocument/2006/relationships/customXml" Target="../ink/ink22.xml"/><Relationship Id="rId60" Type="http://schemas.openxmlformats.org/officeDocument/2006/relationships/customXml" Target="../ink/ink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A9315D3-AFEA-0135-EE68-7FB1892FE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85" y="5162932"/>
            <a:ext cx="3871402" cy="1181703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8BA5D076-4B7E-5C65-2ACC-9DCD6B38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325" y="4093504"/>
            <a:ext cx="2610057" cy="907330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47052338-C80B-5193-9A59-E2FAFAB71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669" y="2931332"/>
            <a:ext cx="1463901" cy="978874"/>
          </a:xfrm>
          <a:prstGeom prst="rect">
            <a:avLst/>
          </a:prstGeom>
        </p:spPr>
      </p:pic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F380B332-5F4E-3E4F-AACF-AF582F9A1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788" y="3921042"/>
            <a:ext cx="1948929" cy="1252253"/>
          </a:xfrm>
          <a:prstGeom prst="rect">
            <a:avLst/>
          </a:prstGeom>
        </p:spPr>
      </p:pic>
      <p:pic>
        <p:nvPicPr>
          <p:cNvPr id="15" name="图片 14" descr="图示&#10;&#10;AI 生成的内容可能不正确。">
            <a:extLst>
              <a:ext uri="{FF2B5EF4-FFF2-40B4-BE49-F238E27FC236}">
                <a16:creationId xmlns:a16="http://schemas.microsoft.com/office/drawing/2014/main" id="{CFBBDD77-FBD9-9EE8-B8A2-77C72639B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596" y="5249070"/>
            <a:ext cx="2001841" cy="1216978"/>
          </a:xfrm>
          <a:prstGeom prst="rect">
            <a:avLst/>
          </a:prstGeom>
        </p:spPr>
      </p:pic>
      <p:pic>
        <p:nvPicPr>
          <p:cNvPr id="26" name="图片 25" descr="矩形&#10;&#10;AI 生成的内容可能不正确。">
            <a:extLst>
              <a:ext uri="{FF2B5EF4-FFF2-40B4-BE49-F238E27FC236}">
                <a16:creationId xmlns:a16="http://schemas.microsoft.com/office/drawing/2014/main" id="{BA2A0F82-CD33-758B-618B-A4650F755E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402" y="920148"/>
            <a:ext cx="5934973" cy="996511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093481-613C-F0EB-A14E-7482A09C0C90}"/>
              </a:ext>
            </a:extLst>
          </p:cNvPr>
          <p:cNvGrpSpPr/>
          <p:nvPr/>
        </p:nvGrpSpPr>
        <p:grpSpPr>
          <a:xfrm>
            <a:off x="3780945" y="2137854"/>
            <a:ext cx="332415" cy="1873252"/>
            <a:chOff x="3923820" y="1649250"/>
            <a:chExt cx="166320" cy="21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9B3440F-AE2C-734B-BB3A-09D25B6081D1}"/>
                    </a:ext>
                  </a:extLst>
                </p14:cNvPr>
                <p14:cNvContentPartPr/>
                <p14:nvPr/>
              </p14:nvContentPartPr>
              <p14:xfrm>
                <a:off x="3961260" y="1771290"/>
                <a:ext cx="77400" cy="20106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9B3440F-AE2C-734B-BB3A-09D25B6081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6920" y="1761044"/>
                  <a:ext cx="86261" cy="20306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9F4F7311-6FBA-A8CC-89BD-406F7D014B59}"/>
                    </a:ext>
                  </a:extLst>
                </p14:cNvPr>
                <p14:cNvContentPartPr/>
                <p14:nvPr/>
              </p14:nvContentPartPr>
              <p14:xfrm>
                <a:off x="3923820" y="1649250"/>
                <a:ext cx="166320" cy="2167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9F4F7311-6FBA-A8CC-89BD-406F7D014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9315" y="1639008"/>
                  <a:ext cx="175150" cy="23679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1" name="图片 30" descr="图示&#10;&#10;AI 生成的内容可能不正确。">
            <a:extLst>
              <a:ext uri="{FF2B5EF4-FFF2-40B4-BE49-F238E27FC236}">
                <a16:creationId xmlns:a16="http://schemas.microsoft.com/office/drawing/2014/main" id="{3FC582B0-1EAA-9F9B-34DD-7CA5F122E6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1364" y="2063490"/>
            <a:ext cx="1296346" cy="546758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ED4106D4-8B3F-24A1-5ADB-C9BE3EFCD54B}"/>
              </a:ext>
            </a:extLst>
          </p:cNvPr>
          <p:cNvSpPr txBox="1"/>
          <p:nvPr/>
        </p:nvSpPr>
        <p:spPr>
          <a:xfrm>
            <a:off x="3386140" y="2860398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融合特征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A4736CF-A874-5E05-1810-F7ACB02B865E}"/>
              </a:ext>
            </a:extLst>
          </p:cNvPr>
          <p:cNvGrpSpPr/>
          <p:nvPr/>
        </p:nvGrpSpPr>
        <p:grpSpPr>
          <a:xfrm>
            <a:off x="3114480" y="2608786"/>
            <a:ext cx="1630080" cy="1073880"/>
            <a:chOff x="3076380" y="2350530"/>
            <a:chExt cx="1630080" cy="10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ED3390EC-7B57-D548-2B05-DF183952A49F}"/>
                    </a:ext>
                  </a:extLst>
                </p14:cNvPr>
                <p14:cNvContentPartPr/>
                <p14:nvPr/>
              </p14:nvContentPartPr>
              <p14:xfrm>
                <a:off x="3076380" y="2350530"/>
                <a:ext cx="1630080" cy="7747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ED3390EC-7B57-D548-2B05-DF183952A4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67380" y="2341530"/>
                  <a:ext cx="164772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04D596D3-AB85-1EC0-A6FF-C8346C98E0B6}"/>
                    </a:ext>
                  </a:extLst>
                </p14:cNvPr>
                <p14:cNvContentPartPr/>
                <p14:nvPr/>
              </p14:nvContentPartPr>
              <p14:xfrm>
                <a:off x="3828780" y="3232170"/>
                <a:ext cx="292320" cy="19224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04D596D3-AB85-1EC0-A6FF-C8346C98E0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19780" y="3223170"/>
                  <a:ext cx="30996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3F042F65-C371-A6C0-AFDB-2FAC1BB5211A}"/>
                  </a:ext>
                </a:extLst>
              </p14:cNvPr>
              <p14:cNvContentPartPr/>
              <p14:nvPr/>
            </p14:nvContentPartPr>
            <p14:xfrm>
              <a:off x="6667320" y="1591786"/>
              <a:ext cx="360" cy="3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3F042F65-C371-A6C0-AFDB-2FAC1BB521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58320" y="1582786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F15C1F1F-8972-E70C-3234-ED869F57E613}"/>
              </a:ext>
            </a:extLst>
          </p:cNvPr>
          <p:cNvSpPr/>
          <p:nvPr/>
        </p:nvSpPr>
        <p:spPr>
          <a:xfrm>
            <a:off x="7356208" y="959359"/>
            <a:ext cx="304801" cy="1598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MLP</a:t>
            </a:r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28C6DA-2B1A-3B4A-3903-34336E78CF96}"/>
              </a:ext>
            </a:extLst>
          </p:cNvPr>
          <p:cNvGrpSpPr/>
          <p:nvPr/>
        </p:nvGrpSpPr>
        <p:grpSpPr>
          <a:xfrm>
            <a:off x="6953220" y="1190610"/>
            <a:ext cx="1993320" cy="1343520"/>
            <a:chOff x="6953220" y="1190610"/>
            <a:chExt cx="1993320" cy="13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360E9EB4-AA13-32B0-F24A-09C0B6EFEB91}"/>
                    </a:ext>
                  </a:extLst>
                </p14:cNvPr>
                <p14:cNvContentPartPr/>
                <p14:nvPr/>
              </p14:nvContentPartPr>
              <p14:xfrm>
                <a:off x="6953220" y="1675890"/>
                <a:ext cx="258120" cy="4680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360E9EB4-AA13-32B0-F24A-09C0B6EFEB9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44220" y="1667250"/>
                  <a:ext cx="275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B5FF0B70-A557-2376-E53B-67C962CCDE24}"/>
                    </a:ext>
                  </a:extLst>
                </p14:cNvPr>
                <p14:cNvContentPartPr/>
                <p14:nvPr/>
              </p14:nvContentPartPr>
              <p14:xfrm>
                <a:off x="7077060" y="1608930"/>
                <a:ext cx="278280" cy="1821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B5FF0B70-A557-2376-E53B-67C962CCDE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8060" y="1600290"/>
                  <a:ext cx="295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B0B93724-C48E-4603-2809-084E38F4EECD}"/>
                    </a:ext>
                  </a:extLst>
                </p14:cNvPr>
                <p14:cNvContentPartPr/>
                <p14:nvPr/>
              </p14:nvContentPartPr>
              <p14:xfrm>
                <a:off x="7705620" y="1190610"/>
                <a:ext cx="488520" cy="4730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B0B93724-C48E-4603-2809-084E38F4EEC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96620" y="1181610"/>
                  <a:ext cx="5061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CA7F7C0C-652D-1E00-6BE2-C6BEAC53AA77}"/>
                    </a:ext>
                  </a:extLst>
                </p14:cNvPr>
                <p14:cNvContentPartPr/>
                <p14:nvPr/>
              </p14:nvContentPartPr>
              <p14:xfrm>
                <a:off x="7705620" y="1720530"/>
                <a:ext cx="481680" cy="630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CA7F7C0C-652D-1E00-6BE2-C6BEAC53AA7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96620" y="1711530"/>
                  <a:ext cx="499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98584007-78B6-3212-9A04-45936F3B8712}"/>
                    </a:ext>
                  </a:extLst>
                </p14:cNvPr>
                <p14:cNvContentPartPr/>
                <p14:nvPr/>
              </p14:nvContentPartPr>
              <p14:xfrm>
                <a:off x="7734060" y="1801890"/>
                <a:ext cx="599040" cy="7322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98584007-78B6-3212-9A04-45936F3B871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25060" y="1793250"/>
                  <a:ext cx="61668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B33B18C4-677C-0D41-6303-CC68246B547F}"/>
                    </a:ext>
                  </a:extLst>
                </p14:cNvPr>
                <p14:cNvContentPartPr/>
                <p14:nvPr/>
              </p14:nvContentPartPr>
              <p14:xfrm>
                <a:off x="8534340" y="1652490"/>
                <a:ext cx="410400" cy="615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B33B18C4-677C-0D41-6303-CC68246B547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5340" y="1643490"/>
                  <a:ext cx="4280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7659F565-1832-A5F4-335C-0DC9929BCF88}"/>
                    </a:ext>
                  </a:extLst>
                </p14:cNvPr>
                <p14:cNvContentPartPr/>
                <p14:nvPr/>
              </p14:nvContentPartPr>
              <p14:xfrm>
                <a:off x="8590860" y="1360890"/>
                <a:ext cx="355680" cy="2739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7659F565-1832-A5F4-335C-0DC9929BCF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81860" y="1352250"/>
                  <a:ext cx="373320" cy="29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093347B7-DAD2-10D2-EA22-6A5B33E008B8}"/>
                  </a:ext>
                </a:extLst>
              </p14:cNvPr>
              <p14:cNvContentPartPr/>
              <p14:nvPr/>
            </p14:nvContentPartPr>
            <p14:xfrm>
              <a:off x="828540" y="2114370"/>
              <a:ext cx="360" cy="36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093347B7-DAD2-10D2-EA22-6A5B33E008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9540" y="210537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1" name="图片 50">
            <a:extLst>
              <a:ext uri="{FF2B5EF4-FFF2-40B4-BE49-F238E27FC236}">
                <a16:creationId xmlns:a16="http://schemas.microsoft.com/office/drawing/2014/main" id="{0191A433-C1AE-FA11-6E8A-D7A156EEC4D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87109" y="3820579"/>
            <a:ext cx="276264" cy="190527"/>
          </a:xfrm>
          <a:prstGeom prst="rect">
            <a:avLst/>
          </a:prstGeom>
        </p:spPr>
      </p:pic>
      <p:pic>
        <p:nvPicPr>
          <p:cNvPr id="53" name="图片 52" descr="图示&#10;&#10;AI 生成的内容可能不正确。">
            <a:extLst>
              <a:ext uri="{FF2B5EF4-FFF2-40B4-BE49-F238E27FC236}">
                <a16:creationId xmlns:a16="http://schemas.microsoft.com/office/drawing/2014/main" id="{EF07C915-623F-4300-EE48-ADDBF2B844B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11103" y="1992725"/>
            <a:ext cx="1457528" cy="666843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39EA2E3F-73D5-11AC-A1B4-9B810611B83F}"/>
              </a:ext>
            </a:extLst>
          </p:cNvPr>
          <p:cNvGrpSpPr/>
          <p:nvPr/>
        </p:nvGrpSpPr>
        <p:grpSpPr>
          <a:xfrm>
            <a:off x="4847940" y="1970730"/>
            <a:ext cx="2043000" cy="1703880"/>
            <a:chOff x="4847940" y="1970730"/>
            <a:chExt cx="2043000" cy="170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EB3F8B28-65F0-7278-1102-A98AC29BD232}"/>
                    </a:ext>
                  </a:extLst>
                </p14:cNvPr>
                <p14:cNvContentPartPr/>
                <p14:nvPr/>
              </p14:nvContentPartPr>
              <p14:xfrm>
                <a:off x="4875660" y="1976490"/>
                <a:ext cx="553680" cy="14050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EB3F8B28-65F0-7278-1102-A98AC29BD23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66660" y="1967490"/>
                  <a:ext cx="571320" cy="14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D720E63A-8860-FC71-117E-58A349558458}"/>
                    </a:ext>
                  </a:extLst>
                </p14:cNvPr>
                <p14:cNvContentPartPr/>
                <p14:nvPr/>
              </p14:nvContentPartPr>
              <p14:xfrm>
                <a:off x="4847940" y="1970730"/>
                <a:ext cx="251280" cy="3520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D720E63A-8860-FC71-117E-58A3495584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8940" y="1962090"/>
                  <a:ext cx="268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C317C6E4-75AC-A8CF-30CA-7894E04DC538}"/>
                    </a:ext>
                  </a:extLst>
                </p14:cNvPr>
                <p14:cNvContentPartPr/>
                <p14:nvPr/>
              </p14:nvContentPartPr>
              <p14:xfrm>
                <a:off x="5610060" y="3470490"/>
                <a:ext cx="1164960" cy="262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C317C6E4-75AC-A8CF-30CA-7894E04DC5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01060" y="3461490"/>
                  <a:ext cx="1182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17FEDCE9-BF5A-4526-B507-F883B54213FD}"/>
                    </a:ext>
                  </a:extLst>
                </p14:cNvPr>
                <p14:cNvContentPartPr/>
                <p14:nvPr/>
              </p14:nvContentPartPr>
              <p14:xfrm>
                <a:off x="6564060" y="3362130"/>
                <a:ext cx="326880" cy="3124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17FEDCE9-BF5A-4526-B507-F883B54213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55420" y="3353130"/>
                  <a:ext cx="344520" cy="330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978C9BB7-102A-D674-5A4A-31FF7AAE84C0}"/>
              </a:ext>
            </a:extLst>
          </p:cNvPr>
          <p:cNvSpPr/>
          <p:nvPr/>
        </p:nvSpPr>
        <p:spPr>
          <a:xfrm>
            <a:off x="5152499" y="3165576"/>
            <a:ext cx="826201" cy="387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embedded text</a:t>
            </a:r>
            <a:endParaRPr lang="zh-CN" altLang="en-US" sz="105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4689F08-DAAD-881F-617A-BF2325DCA68D}"/>
              </a:ext>
            </a:extLst>
          </p:cNvPr>
          <p:cNvSpPr/>
          <p:nvPr/>
        </p:nvSpPr>
        <p:spPr>
          <a:xfrm>
            <a:off x="5608345" y="4206880"/>
            <a:ext cx="740709" cy="441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projected video</a:t>
            </a:r>
            <a:endParaRPr lang="zh-CN" altLang="en-US" sz="105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13C89DC-0550-F743-3420-6CA1E0E32110}"/>
              </a:ext>
            </a:extLst>
          </p:cNvPr>
          <p:cNvSpPr/>
          <p:nvPr/>
        </p:nvSpPr>
        <p:spPr>
          <a:xfrm>
            <a:off x="5565599" y="5212252"/>
            <a:ext cx="740709" cy="441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projected audio</a:t>
            </a:r>
            <a:endParaRPr lang="zh-CN" altLang="en-US" sz="1050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D61D60D-9F1F-C961-0E5D-63A76202480E}"/>
              </a:ext>
            </a:extLst>
          </p:cNvPr>
          <p:cNvGrpSpPr/>
          <p:nvPr/>
        </p:nvGrpSpPr>
        <p:grpSpPr>
          <a:xfrm>
            <a:off x="4905180" y="4390290"/>
            <a:ext cx="851400" cy="1243080"/>
            <a:chOff x="4905180" y="4390290"/>
            <a:chExt cx="851400" cy="12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3129D2FF-B3A6-ED9A-6AB3-55D0AAE748F9}"/>
                    </a:ext>
                  </a:extLst>
                </p14:cNvPr>
                <p14:cNvContentPartPr/>
                <p14:nvPr/>
              </p14:nvContentPartPr>
              <p14:xfrm>
                <a:off x="4928940" y="4447170"/>
                <a:ext cx="671760" cy="10872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3129D2FF-B3A6-ED9A-6AB3-55D0AAE748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20300" y="4438530"/>
                  <a:ext cx="689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88168843-E1E1-7653-371B-813BBBFEBBD7}"/>
                    </a:ext>
                  </a:extLst>
                </p14:cNvPr>
                <p14:cNvContentPartPr/>
                <p14:nvPr/>
              </p14:nvContentPartPr>
              <p14:xfrm>
                <a:off x="5463180" y="4390290"/>
                <a:ext cx="293400" cy="30816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88168843-E1E1-7653-371B-813BBBFEBB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54180" y="4381290"/>
                  <a:ext cx="311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379F278-4B73-61AD-4582-FFC23914ED00}"/>
                    </a:ext>
                  </a:extLst>
                </p14:cNvPr>
                <p14:cNvContentPartPr/>
                <p14:nvPr/>
              </p14:nvContentPartPr>
              <p14:xfrm>
                <a:off x="4905180" y="4724370"/>
                <a:ext cx="567000" cy="7196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379F278-4B73-61AD-4582-FFC23914ED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96180" y="4715370"/>
                  <a:ext cx="5846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F8E70A9D-761F-02FD-4F76-7F0F41CCC45C}"/>
                    </a:ext>
                  </a:extLst>
                </p14:cNvPr>
                <p14:cNvContentPartPr/>
                <p14:nvPr/>
              </p14:nvContentPartPr>
              <p14:xfrm>
                <a:off x="5401620" y="5343570"/>
                <a:ext cx="204840" cy="28980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F8E70A9D-761F-02FD-4F76-7F0F41CCC4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92620" y="5334570"/>
                  <a:ext cx="22248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EE79293-77BD-A4F7-2D90-D7A9B8816AE6}"/>
              </a:ext>
            </a:extLst>
          </p:cNvPr>
          <p:cNvGrpSpPr/>
          <p:nvPr/>
        </p:nvGrpSpPr>
        <p:grpSpPr>
          <a:xfrm>
            <a:off x="6324300" y="4343490"/>
            <a:ext cx="621000" cy="387000"/>
            <a:chOff x="6324300" y="4343490"/>
            <a:chExt cx="6210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D47175D9-7829-A43D-62A2-DCFC167F2C14}"/>
                    </a:ext>
                  </a:extLst>
                </p14:cNvPr>
                <p14:cNvContentPartPr/>
                <p14:nvPr/>
              </p14:nvContentPartPr>
              <p14:xfrm>
                <a:off x="6324300" y="4410090"/>
                <a:ext cx="551880" cy="4824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D47175D9-7829-A43D-62A2-DCFC167F2C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15300" y="4401090"/>
                  <a:ext cx="569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B1E4C36C-BA72-57A0-E16F-29CDEA6057D4}"/>
                    </a:ext>
                  </a:extLst>
                </p14:cNvPr>
                <p14:cNvContentPartPr/>
                <p14:nvPr/>
              </p14:nvContentPartPr>
              <p14:xfrm>
                <a:off x="6578820" y="4343490"/>
                <a:ext cx="366480" cy="38700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B1E4C36C-BA72-57A0-E16F-29CDEA6057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69820" y="4334490"/>
                  <a:ext cx="38412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082AE3D-9420-AD96-08D3-9861ED3BE8B4}"/>
              </a:ext>
            </a:extLst>
          </p:cNvPr>
          <p:cNvGrpSpPr/>
          <p:nvPr/>
        </p:nvGrpSpPr>
        <p:grpSpPr>
          <a:xfrm>
            <a:off x="6295860" y="5343570"/>
            <a:ext cx="752040" cy="724320"/>
            <a:chOff x="6295860" y="5343570"/>
            <a:chExt cx="752040" cy="72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A7250A81-5B12-FE95-F260-094E286419E5}"/>
                    </a:ext>
                  </a:extLst>
                </p14:cNvPr>
                <p14:cNvContentPartPr/>
                <p14:nvPr/>
              </p14:nvContentPartPr>
              <p14:xfrm>
                <a:off x="6295860" y="5343570"/>
                <a:ext cx="580320" cy="4298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A7250A81-5B12-FE95-F260-094E286419E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86860" y="5334570"/>
                  <a:ext cx="5979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FD3107A4-54EA-7DBE-8D3A-B2981491DDDB}"/>
                    </a:ext>
                  </a:extLst>
                </p14:cNvPr>
                <p14:cNvContentPartPr/>
                <p14:nvPr/>
              </p14:nvContentPartPr>
              <p14:xfrm>
                <a:off x="6811380" y="5629410"/>
                <a:ext cx="236520" cy="43848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FD3107A4-54EA-7DBE-8D3A-B2981491DD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2380" y="5620410"/>
                  <a:ext cx="254160" cy="45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A9E7257F-A749-D822-F246-11BEF16A9C7F}"/>
                  </a:ext>
                </a:extLst>
              </p14:cNvPr>
              <p14:cNvContentPartPr/>
              <p14:nvPr/>
            </p14:nvContentPartPr>
            <p14:xfrm>
              <a:off x="714060" y="3962250"/>
              <a:ext cx="2160" cy="36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A9E7257F-A749-D822-F246-11BEF16A9C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5060" y="3953250"/>
                <a:ext cx="198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918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xinwei jiang</dc:creator>
  <cp:lastModifiedBy>xinwei jiang</cp:lastModifiedBy>
  <cp:revision>1</cp:revision>
  <dcterms:created xsi:type="dcterms:W3CDTF">2026-01-09T15:40:39Z</dcterms:created>
  <dcterms:modified xsi:type="dcterms:W3CDTF">2026-01-09T16:04:15Z</dcterms:modified>
</cp:coreProperties>
</file>